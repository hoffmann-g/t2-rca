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bubble3D val="0"/>
            <c:spPr>
              <a:solidFill>
                <a:srgbClr val="0E7490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DNS</c:v>
                </c:pt>
                <c:pt idx="1">
                  <c:v>TLS</c:v>
                </c:pt>
                <c:pt idx="2">
                  <c:v>SSH</c:v>
                </c:pt>
                <c:pt idx="3">
                  <c:v>ntop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44.6</c:v>
                </c:pt>
                <c:pt idx="1">
                  <c:v>36.4</c:v>
                </c:pt>
                <c:pt idx="2">
                  <c:v>5.8</c:v>
                </c:pt>
                <c:pt idx="3">
                  <c:v>4.1</c:v>
                </c:pt>
                <c:pt idx="4">
                  <c:v>9.1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(0:00–0:40). Abertura: vídeo do Trabalho 2 de Redes Avançadas. Grupo: Hoffmann, Ottoneli, Carvalho e Cassol. Objetivo: aplicar na prática descoberta, monitoramento e análise de redes em dois ambientes (residencial e universitário) usando Nmap, ntopng e Wireshark.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(cont.). Três frentes de análise: Nmap para descoberta ativa; uma cadeia de fluxos exibida no ntopng; e o Wireshark para análise detalhada de pacotes. A ideia é observar redes reais e comparar os dois ambientes.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(0:40–1:30). Cada integrante participou de coleta e análise, com foco em ambientes diferentes. Residencial: Cassol e João (máquina cassol-joao). Universitária: Hoffmann e Ottoneli (máquina hoffmann-ottonelli). Comparação, achados e relatório foram feitos em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Cassol (1:30–2:40). Metodologia padronizada para comparar de forma justa. Registro da máquina de coleta (hostname, interface, IP, MAC). Nmap em duas etapas: -sn para hosts ativos e -sV -O --osscan-guess para serviços/versões/SO. Captura de 35 min (acima dos 30 exigidos), analisada no Wireshark.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 Ottoneli (2:40–3:50). O enunciado sugeria nProbe + ntopng, mas o nProbe exige licença paga. Usamos softflowd (sonda, NetFlow v9) → netflow2ng (coletor → ZMQ) → ntopng (visualização). O ntopng indicou 10.307 fluxos e 0% de descarte na captura residencial, confirmando que o pipeline funcionava corretamente.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Cassol (3:50–5:20, parte 1). Bloco 192.168.0.0/24 com 8 hosts. Gateway = roteador ZTE (53/80/443 e 52869 UPnP). Smart TV Sony (80 nginx). Smartphone Apple (49152/62078). PC ASRock com 3389 RDP — achado de segurança relevante, pois RDP exposto na LAN amplia a superfície de ataque.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Cassol (3:50–5:20, parte 2). Em 35 min: ~27 MB, ~47,9 mil pacotes e 10.307 fluxos. Aplicações dominadas por TLS/HTTPS (TLS.Azure, TLS.GoogleCloud). Destinos: Google, Cloudflare, Azure, Hetzner — perfil de consumo (nuvem, streaming, apps). Tráfego SSDP/UPnP (239.255.255.250:1900) mostra descoberta automática bem visível.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Hoffmann (5:20–6:50). Bloco 10.132.240.0/20, mas só 3 hosts visíveis: firewall Check Point (gateway, OpenBSD), controladora Cisco e a própria máquina. A baixa visibilidade vem de segmentação + isolamento de clientes. No ntopng: maior volume (picos ~17 Mbps) e DNS predominante (~45%), depois TLS (~36%) e SSH. Todo DNS vai a um resolvedor interno (10.100.0.4) — rede gerenciada. Destinos: Akamai, Microsoft, GitHub, Fastly, Google,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 Ottoneli (6:50–8:00). O Wireshark complementa Nmap e ntopng com a visão por pacote. DNS confirma a centralização no resolvedor interno da PUCRS. TLS/HTTPS domina os dois ambientes (metadados visíveis mesmo sem ver conteúdo). ARP é esperado em IPv4 local. SSDP (239.255.255.250:1900) mostra descoberta de serviços na LAN. Isso validou os achados das outras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(8:00–9:30). Residencial: rede privada /24, domínio de broadcast único, sem isolamento → 8 hosts visíveis, TLS/HTTPS, destinos de consumo. Universitária: /20 segmentada com isolamento → só 3 hosts, DNS com resolvedor interno, destinos acadêmicos (GitHub, Akamai...). Segurança: residência expõe RDP/UPnP; universidade usa firewall e isolamento. A diferença é de projeto de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Hoffmann (9:30–10:50). Quatro achados inesperados: (1) metade do tráfego doméstico em IPv6 (QUIC/Google), contrariando a expectativa de IPv4; (2) RDP e UPnP expostos na LAN residencial; (3) isolamento forte na universidade — pouquíssimos hosts no Nmap; (4) ntopng atribuiu score alto e marcou um fluxo na porta 8885, mostrando o valor da classificação automática de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João (10:50–12:00). A combinação de ferramentas dá uma visão completa: Nmap (descoberta), ntopng (fluxos agregados) e Wireshark (pacotes). A comparação mostrou que decisões de arquitetura determinam o que é observável. E demonstramos que ferramentas abertas cumprem o papel do nProbe. Cumprimos os objetivos: descobrir, monitorar &gt;30 min em dois ambientes, analisar no Wireshark, comparar e identificar comportamentos inesperados.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Agradecimento e identificação do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6126480" y="219456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PUCRS · ESCOLA POLITÉCNICA · REDES DE COMPUTADORES AVANÇADAS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23444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Descoberta, Monitoramento e Análise de Tráfego em Redes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788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2 — comparação entre uma rede residencial e a rede universitária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</a:t>
            </a:r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Hoffmann · Gabriel Ottoneli · João Carvalho · Guilherme Cassol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Aplicar, na prática, conceitos de descoberta, monitoramento e análise de redes reais — identificando dispositivos ativos, serviços expostos, portas, fluxos, protocolos e padrões de tráfego — e comparar tecnicamente dois ambientes distintos para entender por que eles se comportam de formas diferentes.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63040" y="2560320"/>
            <a:ext cx="594360" cy="5943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74" y="27148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8368" y="36393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ativa: hosts, portas, serviços e SO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246120" y="233172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51960" y="2560320"/>
            <a:ext cx="594360" cy="5943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494" y="27148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3756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3447288" y="36393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Monitoração de fluxos: volume, aplicações e destinos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233172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040880" y="2560320"/>
            <a:ext cx="594360" cy="5943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414" y="271485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6480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236208" y="36393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pacotes: protocolos e endpoints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tarefas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371600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1519001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371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residencial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31520" y="2057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Máquina: </a:t>
            </a:r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cassol-joao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31520" y="2377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Cassol · João Carvalho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3152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rede doméstica, comandos Nmap, captura de tráfego e análise dos dispositivos.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1143000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919472" y="1371600"/>
            <a:ext cx="566928" cy="566928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873" y="151900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371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universitária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937760" y="2057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Máquina: </a:t>
            </a:r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hoffmann-ottonelli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937760" y="2377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Hoffmann · Gabriel Ottoneli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93776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dos hosts visíveis, monitoração do tráfego e interpretação no ambiente acadêmico.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FF6FB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" y="3886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conjunto: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as ferramentas, comparação dos ambientes, organização dos achados inesperados e consolidação do relatório.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18872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cassol-joao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wlan0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192.168.0.224/24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f4:6a:dd:58:6e:ed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hoffmann-ottonelli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wlp2s0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10.132.242.95/20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a8:e2:91:9f:88:2b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coleta em cada rede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80160" y="30723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13232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de hosts ativos (ARP / ICMP na rede local)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999232" y="2880360"/>
            <a:ext cx="3108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246120" y="2880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1"/>
          <p:cNvSpPr/>
          <p:nvPr/>
        </p:nvSpPr>
        <p:spPr>
          <a:xfrm>
            <a:off x="3474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069080" y="30723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-sV -O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502152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serviços, versões e sistema operacional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788152" y="2880360"/>
            <a:ext cx="3108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035040" y="28803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7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858000" y="30723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35 min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291072" y="3611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→ Wireshark (DNS, TLS, DHCP, ICMP, ARP)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fluxos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07899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EF3E2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789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nProbe exige licença comercial paga  →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adotamos uma cadeia equivalente 100% de código aberto.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2011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19476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softflowd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34440" y="22494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— exporta fluxos NetFlow v9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94560" y="2633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78892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" y="29718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29077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netflow2ng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34440" y="32095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 — converte e encaminha via ZMQ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94560" y="3593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EFF6FB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" y="39319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34440" y="3867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34440" y="416966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e análise dos fluxos</a:t>
            </a:r>
            <a:endParaRPr lang="en-US" sz="1150" dirty="0"/>
          </a:p>
        </p:txBody>
      </p:sp>
      <p:pic>
        <p:nvPicPr>
          <p:cNvPr id="24" name="Image 1" descr="ntopng coletando fluxos via ZMQ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783080"/>
            <a:ext cx="4069080" cy="1971453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617720" y="1783080"/>
            <a:ext cx="4069080" cy="1971453"/>
          </a:xfrm>
          <a:prstGeom prst="rect">
            <a:avLst/>
          </a:prstGeom>
          <a:ln w="12700">
            <a:solidFill>
              <a:srgbClr val="D6E2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17720" y="3781965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Evidência: ntopng recebendo fluxos via ZMQ (tcp://127.0.0.1:5556)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617720" y="416052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28" name="Text 24"/>
          <p:cNvSpPr/>
          <p:nvPr/>
        </p:nvSpPr>
        <p:spPr>
          <a:xfrm>
            <a:off x="4709160" y="4160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10.307 fluxos coletados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720840" y="416052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41605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de descarte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residencial — descoberta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155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192.168.0.0/24  ·  8 hosts ativos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606040"/>
                <a:gridCol w="27432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Portas e serviços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Roteador ZTE (gateway)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DNS, 80, 443, 52869 UPnP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TV (Sony Bravia)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HTTP (nginx)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 Apple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49152, 62078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(ASRock)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3389 RDP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de coleta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(ntopng), 8080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EF3E2"/>
          </a:solidFill>
          <a:ln/>
        </p:spPr>
      </p:sp>
      <p:sp>
        <p:nvSpPr>
          <p:cNvPr id="9" name="Shape 5"/>
          <p:cNvSpPr/>
          <p:nvPr/>
        </p:nvSpPr>
        <p:spPr>
          <a:xfrm>
            <a:off x="566928" y="4133088"/>
            <a:ext cx="420624" cy="420624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0" y="4242450"/>
            <a:ext cx="201900" cy="201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(3389) exposto em PC Windows e UPnP (52869) no roteador aumentam a superfície de ataque da LAN.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residencial — tráfego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EFF6F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MB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total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874520" y="114300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EFF6FB"/>
          </a:solidFill>
          <a:ln/>
        </p:spPr>
      </p:sp>
      <p:sp>
        <p:nvSpPr>
          <p:cNvPr id="9" name="Text 6"/>
          <p:cNvSpPr/>
          <p:nvPr/>
        </p:nvSpPr>
        <p:spPr>
          <a:xfrm>
            <a:off x="187452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47,9 mil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7452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14300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EFF6FB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234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10.307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29184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331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predominantes: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 (incl. TLS.Azure e TLS.GoogleCloud).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externos: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Cloudflare, Microsoft Azure e Hetzner.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de serviços: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SSDP / UPnP em multicast (239.255.255.250:1900).</a:t>
            </a:r>
            <a:endParaRPr lang="en-US" sz="1300" dirty="0"/>
          </a:p>
        </p:txBody>
      </p:sp>
      <p:pic>
        <p:nvPicPr>
          <p:cNvPr id="15" name="Image 1" descr="Aplicações e banda no ntopng (residenci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554480"/>
            <a:ext cx="4069080" cy="197145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17720" y="1554480"/>
            <a:ext cx="4069080" cy="1971453"/>
          </a:xfrm>
          <a:prstGeom prst="rect">
            <a:avLst/>
          </a:prstGeom>
          <a:ln w="12700">
            <a:solidFill>
              <a:srgbClr val="D6E2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3571653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por aplicação e tráfego no ntopng (residencial)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universitária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1115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10.132.240.0/20  ·  apenas 3 hosts visíveis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1605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10.132.240.8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Check Point (gateway)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80, 264, 443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10.132.240.10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Controladora wireless Cisco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22, 80, 443, 16113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10.132.242.95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Máquina de coleta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429000"/>
            <a:ext cx="4160520" cy="1188720"/>
          </a:xfrm>
          <a:prstGeom prst="roundRect">
            <a:avLst>
              <a:gd name="adj" fmla="val 4615"/>
            </a:avLst>
          </a:prstGeom>
          <a:solidFill>
            <a:srgbClr val="EFF6FB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40080" y="3493008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tão poucos hosts?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é segmentada e aplica isolamento de clientes — uma estação não enxerga as outras, só a infraestrutura. Reduz a superfície de ataque e impede varreduras laterais.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(% dos fluxos)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69164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7"/>
          <p:cNvSpPr/>
          <p:nvPr/>
        </p:nvSpPr>
        <p:spPr>
          <a:xfrm>
            <a:off x="4846320" y="397764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493776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Tráfego: picos ~17 Mbps | App dominante: TLS (41 fluxos) | SSH: 468 MB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812280" y="397764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903720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centralizado → resolvedor interno 10.100.0.4 | SSH: 1 fluxo, 468 MB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 Wireshark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mostra hosts, portas e serviços; o ntopng mostra fluxos agregados; o Wireshark permite observar os pacotes individualmente — confirmando e correlacionando os achados das outras ferramentas.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58368" y="2167128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" y="23097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020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3500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Centralização no resolvedor interno 10.100.0.4 (universidade).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663440" y="187452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64608" y="2167128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254" y="2309774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2020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577840" y="235000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os dois ambientes; metadados visíveis (IPs, portas, handshakes).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20040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658368" y="3493008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3635654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346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71600" y="36758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IP↔MAC em IPv4 local (residência).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663440" y="320040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864608" y="3493008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254" y="363565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577840" y="3346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5577840" y="36758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sweep do Nmap (Echo Request/Reply) — confirma hosts ativos e filtros ICMP.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os ambientes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Universitária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192.168.0.0/24 (privado)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10.132.240.0/20 (segmentado)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visíveis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predominante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/ HTTPS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(41 fluxos), depois DNS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Destinos externos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Google, Cloudflare, Azure, Hetzner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Akamai, Microsoft, GitHub, Fastly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Descoberta de serviços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SSDP / UPnP visível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visível (isolamento)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 e UPnP expostos na 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Check Point + isolamento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E2A47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central não é o tamanho, e sim o projeto de rede — conveniência e descoberta automática vs. controle e segmentação.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inesperados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40817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408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13533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predominante na residência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25880" y="17922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do tráfego Remote→Remote sobre IPv6 (QUIC / Google) — esperava-se IPv4.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140817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4864608" y="1408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532120" y="13533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sensíveis na LAN doméstica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532120" y="17922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(3389) em PC Windows e UPnP (52869) no roteador — pontos de atenção.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606040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" y="282549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25880" y="2770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isolamento na universidade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325880" y="32095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Esperávamos muitos hosts; o Nmap retornou pouquíssimos — isolamento de clientes.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2606040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64608" y="282549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4864608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532120" y="2770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sinalizado no ntopng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532120" y="32095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elevado e fluxo na porta 8885 (score 100) com tráfego não classificado.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0" cy="5486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E2A47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526694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12344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 —  </a:t>
            </a:r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ativa — hosts visíveis, portas, serviços e sistemas operacionais.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93392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0120" y="19476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 (softflowd + netflow2ng)  —  </a:t>
            </a:r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agregado — volume, aplicações, destinos e alertas de risco.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06624"/>
            <a:ext cx="310896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26609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 —  </a:t>
            </a:r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por pacote — protocolos, endereços, portas e finalidades.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19856"/>
            <a:ext cx="310896" cy="31089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0120" y="337413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define a visibilidade  —  </a:t>
            </a:r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Residência: aberta e visível.  Universidade: segmentada e controlada.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33088"/>
            <a:ext cx="310896" cy="31089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60120" y="4087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abertas  —  </a:t>
            </a:r>
            <a:pPr indent="0" marL="0">
              <a:buNone/>
            </a:pPr>
            <a:r>
              <a:rPr lang="en-US" sz="135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softflowd + netflow2ng + ntopng substituíram o nProbe sem perder qualidade técnica.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309360" y="23774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2 — Redes de Computadores Avançadas · PUCRS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Hoffmann · Gabriel Ottoneli · João Carvalho · Guilherme Cassol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ntopng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2 - Redes de Computadores Avançadas</dc:title>
  <dc:subject>PptxGenJS Presentation</dc:subject>
  <dc:creator>Grupo T2 - Redes Avançadas</dc:creator>
  <cp:lastModifiedBy>Grupo T2 - Redes Avançadas</cp:lastModifiedBy>
  <cp:revision>1</cp:revision>
  <dcterms:created xsi:type="dcterms:W3CDTF">2026-06-25T19:18:01Z</dcterms:created>
  <dcterms:modified xsi:type="dcterms:W3CDTF">2026-06-25T19:18:01Z</dcterms:modified>
</cp:coreProperties>
</file>